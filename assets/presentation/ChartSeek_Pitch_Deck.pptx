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3840480" y="1097280"/>
            <a:ext cx="1463040" cy="1463040"/>
          </a:xfrm>
          <a:prstGeom prst="rect">
            <a:avLst/>
          </a:prstGeom>
          <a:solidFill>
            <a:srgbClr val="1E293B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69080" y="1463040"/>
            <a:ext cx="109728" cy="5486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" name="Shape 3"/>
          <p:cNvSpPr/>
          <p:nvPr/>
        </p:nvSpPr>
        <p:spPr>
          <a:xfrm>
            <a:off x="4343400" y="1645920"/>
            <a:ext cx="109728" cy="6400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Shape 4"/>
          <p:cNvSpPr/>
          <p:nvPr/>
        </p:nvSpPr>
        <p:spPr>
          <a:xfrm>
            <a:off x="4617720" y="1371600"/>
            <a:ext cx="109728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Shape 5"/>
          <p:cNvSpPr/>
          <p:nvPr/>
        </p:nvSpPr>
        <p:spPr>
          <a:xfrm>
            <a:off x="4892040" y="1234440"/>
            <a:ext cx="109728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Shape 6"/>
          <p:cNvSpPr/>
          <p:nvPr/>
        </p:nvSpPr>
        <p:spPr>
          <a:xfrm>
            <a:off x="4480560" y="1554480"/>
            <a:ext cx="640080" cy="640080"/>
          </a:xfrm>
          <a:prstGeom prst="ellipse">
            <a:avLst/>
          </a:prstGeom>
          <a:solidFill>
            <a:srgbClr val="FFFFFF">
              <a:alpha val="15000"/>
            </a:srgbClr>
          </a:solidFill>
          <a:ln w="381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274320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ChartSeek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0" y="35204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Trading Education Search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0" y="42062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Any Chart Pattern. Instantly.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7315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 Education Videos Are Unsearchable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9659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1000+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26974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 of content per serious trader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82880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19659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30-60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474720" y="26974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Minutes to find ONE pattern example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182880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19659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309360" y="26974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Platforms offer visual chart search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search only finds spoken words — but chart patterns are VISUAL.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Traders waste hours rewatching content they already purchased.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Industry Gap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7315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54864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258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TradingView, YouTube, Udemy — NO way to search inside video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54864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19456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solutions cost $50K+/year and can't match visual patterns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017520"/>
            <a:ext cx="54864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06324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Traders pay $500-$5,000 for courses but can't navigate content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886200"/>
            <a:ext cx="54864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93192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existing tool understands what's shown on charts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 between video volume and searchability costs traders their most valuable resource: TIME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Solution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7315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43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ChartSeek: Visual + Audio Search for Trading Videos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931920" cy="2560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7830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ChartSeek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Search: "double bottom"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finds when instructor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SAYS "double bottom"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Misses visual examples!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737360"/>
            <a:ext cx="393192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7830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ChartSeek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228600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Search: "double bottom"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understands VISUAL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 patterns on screen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Finds exact moments!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Cross-modal search: Text query → Visual chart results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 Works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7315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28016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258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463040" y="13258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20116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23317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 video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14600" y="128016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2514600" y="13258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246120" y="13258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194560" y="20116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Transcribe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194560" y="23317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Whisper AI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97680" y="128016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4297680" y="13258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029200" y="13258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977640" y="20116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977640" y="23317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 keyframes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80760" y="128016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6080760" y="13258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812280" y="13258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760720" y="20116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760720" y="23317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CLIP vision AI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863840" y="128016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7863840" y="13258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7543800" y="20116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543800" y="23317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results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2926080"/>
            <a:ext cx="8229600" cy="19202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0632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types: "fibonacci retracement on uptrend"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0080" y="347472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Finds video frames showing fibonacci drawn on charts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Even if instructor just says 'watch these levels'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Returns ranked results with confidence scores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Click to jump directly to that moment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Technology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7315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2651760" cy="237744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94560" y="1371600"/>
            <a:ext cx="73152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2194560" y="13716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Whisper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19202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Speech-to-text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 commentary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Timestamped transcript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280160"/>
            <a:ext cx="2651760" cy="237744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0" y="1371600"/>
            <a:ext cx="73152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3716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29000" y="14173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CLIP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29000" y="19202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understanding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 pattern matching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Cross-modal search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280160"/>
            <a:ext cx="2651760" cy="237744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0" y="1371600"/>
            <a:ext cx="73152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0" y="13716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63640" y="14173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Weaviate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63640" y="19202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database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similarity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retrieval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Local Processing • Zero API Costs • Complete Privacy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proprietary courses and strategies never leave your machine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Architecture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7315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3931920" cy="13716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TheAgenticAI CortexON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orchestration framework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Coordinates Whisper + CLIP + Search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processing with progress tracking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931920" cy="13716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Codex Workflow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69164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interface/core separation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frontend + FastAPI backend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Modular, testable, swappable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20116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3291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6576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TypeScript + TailwindCSS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606040" y="3200400"/>
            <a:ext cx="20116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606040" y="3291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97480" y="36576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+ Python 3.11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3200400"/>
            <a:ext cx="20116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3291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DB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36576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Weaviate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03720" y="3200400"/>
            <a:ext cx="20116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903720" y="3291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95160" y="36576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Example Queries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7315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41148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2801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"bullish engulfing candle"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6916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Green candle engulfing red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41148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4892040" y="12801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"fibonacci 61.8 level"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92040" y="16916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Charts with fib at golden ratio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41148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4231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"MACD crossover signal"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28346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MACD crossing signal line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331720"/>
            <a:ext cx="41148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24231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"head and shoulders"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28346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Classic reversal pattern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41148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5661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"volume spike breakout"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39776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Large volume with price move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474720"/>
            <a:ext cx="41148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35661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"ascending triangle"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92040" y="39776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Triangle pattern forming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patterns by description, not keywords!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Impact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7315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754880" y="1188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specific pattern: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0" y="16459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30-60 min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0" y="16459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5-15 sec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rate: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0" y="23317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303520" y="23317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85%+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017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wasted/week: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0" y="30175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3-5 hours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03520" y="30175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43200" y="3657600"/>
            <a:ext cx="3657600" cy="12801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0" y="37033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90%</a:t>
            </a:r>
            <a:endParaRPr lang="en-US" sz="6000" dirty="0"/>
          </a:p>
        </p:txBody>
      </p:sp>
      <p:sp>
        <p:nvSpPr>
          <p:cNvPr id="17" name="Text 15"/>
          <p:cNvSpPr/>
          <p:nvPr/>
        </p:nvSpPr>
        <p:spPr>
          <a:xfrm>
            <a:off x="2743200" y="4480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Reduction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Target Market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7315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00" cy="7772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258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 Traders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7520" y="132588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10M+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297680" y="132588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technical analysis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8229600" cy="7772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2402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Students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017520" y="224028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2M+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297680" y="224028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Navigating paid content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8229600" cy="7772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1546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 Educators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017520" y="315468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50K+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297680" y="315468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support overhead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31920"/>
            <a:ext cx="8229600" cy="7772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0690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 Firms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017520" y="406908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5K+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297680" y="406908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new traders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TAM: $3.2B  •  SAM: $800M  •  Initial: Self-directed traders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Demo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7315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43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Scenario: Find the 'cup and handle' lesson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82296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9164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0:00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463040" y="16916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trading course video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82296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24028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0:30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63040" y="224028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Processing: Whisper + CLIP indexing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788920"/>
            <a:ext cx="82296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78892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2:00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63040" y="278892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Search: "cup and handle entry setup"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337560"/>
            <a:ext cx="82296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33756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2:05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63040" y="333756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visual matches + 2 transcript matches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886200"/>
            <a:ext cx="82296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88620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2:10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463040" y="388620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→ Jump to exact timestamp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4434840"/>
            <a:ext cx="82296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43484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2:15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63040" y="44348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clip for study notes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30-60 minutes → 2 minutes  (95% faster)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37160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ChartSeek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0" y="21945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Any Chart Pattern. Instantly.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0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100% Free &amp; Open Source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0" y="3337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Runs Locally (Complete Privacy)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743200" y="3749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Visual + Audio Search Combined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0" y="43891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github.com/TheAgenticAI/CortexON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0" y="47548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ChartSeek: AI-Powered Trading Education Search</dc:title>
  <dc:subject>PptxGenJS Presentation</dc:subject>
  <dc:creator>ChartSeek Team</dc:creator>
  <cp:lastModifiedBy>ChartSeek Team</cp:lastModifiedBy>
  <cp:revision>1</cp:revision>
  <dcterms:created xsi:type="dcterms:W3CDTF">2026-02-06T20:21:10Z</dcterms:created>
  <dcterms:modified xsi:type="dcterms:W3CDTF">2026-02-06T20:21:10Z</dcterms:modified>
</cp:coreProperties>
</file>